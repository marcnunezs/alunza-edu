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02704654a4136" /><Relationship Type="http://schemas.openxmlformats.org/officeDocument/2006/relationships/extended-properties" Target="/docProps/app.xml" Id="Ra528d103ce144777" /><Relationship Type="http://schemas.openxmlformats.org/officeDocument/2006/relationships/officeDocument" Target="/ppt/presentation.xml" Id="R68a5014da739429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d0e8e0b77d842d1"/>
  </p:sldMasterIdLst>
  <p:notesMasterIdLst>
    <p:notesMasterId xmlns:r="http://schemas.openxmlformats.org/officeDocument/2006/relationships" r:id="R15ab1ee9621944cb"/>
  </p:notesMasterIdLst>
  <p:sldIdLst>
    <p:sldId xmlns:r="http://schemas.openxmlformats.org/officeDocument/2006/relationships" id="256" r:id="R81379c62f2a04759"/>
    <p:sldId xmlns:r="http://schemas.openxmlformats.org/officeDocument/2006/relationships" id="257" r:id="R2d528bef7dc94e4c"/>
    <p:sldId xmlns:r="http://schemas.openxmlformats.org/officeDocument/2006/relationships" id="258" r:id="Rd622b35e759543e7"/>
    <p:sldId xmlns:r="http://schemas.openxmlformats.org/officeDocument/2006/relationships" id="259" r:id="R08fee6ee51944ac4"/>
    <p:sldId xmlns:r="http://schemas.openxmlformats.org/officeDocument/2006/relationships" id="260" r:id="R696ba2baae9b497d"/>
    <p:sldId xmlns:r="http://schemas.openxmlformats.org/officeDocument/2006/relationships" id="261" r:id="Ra9f4c58644424853"/>
    <p:sldId xmlns:r="http://schemas.openxmlformats.org/officeDocument/2006/relationships" id="262" r:id="Rbc419923b1a14bff"/>
    <p:sldId xmlns:r="http://schemas.openxmlformats.org/officeDocument/2006/relationships" id="263" r:id="R4c2072d9de1c477f"/>
    <p:sldId xmlns:r="http://schemas.openxmlformats.org/officeDocument/2006/relationships" id="264" r:id="R8d1882493c41453c"/>
    <p:sldId xmlns:r="http://schemas.openxmlformats.org/officeDocument/2006/relationships" id="265" r:id="Rc7f9b9c1a8df4307"/>
    <p:sldId xmlns:r="http://schemas.openxmlformats.org/officeDocument/2006/relationships" id="266" r:id="R6af01f7490644875"/>
    <p:sldId xmlns:r="http://schemas.openxmlformats.org/officeDocument/2006/relationships" id="267" r:id="R835152ad49bd4fd1"/>
    <p:sldId xmlns:r="http://schemas.openxmlformats.org/officeDocument/2006/relationships" id="268" r:id="Rc768b2cde635476a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8b216106464f1b" /><Relationship Type="http://schemas.openxmlformats.org/officeDocument/2006/relationships/slideMaster" Target="/ppt/slideMasters/slideMaster1.xml" Id="Rfd0e8e0b77d842d1" /><Relationship Type="http://schemas.openxmlformats.org/officeDocument/2006/relationships/notesMaster" Target="/ppt/notesMasters/notesMaster1.xml" Id="R15ab1ee9621944cb" /><Relationship Type="http://schemas.openxmlformats.org/officeDocument/2006/relationships/presProps" Target="/ppt/presProps.xml" Id="R002fb77b549a4824" /><Relationship Type="http://schemas.openxmlformats.org/officeDocument/2006/relationships/viewProps" Target="/ppt/viewProps.xml" Id="Rcdeff8d0c44a4ce5" /><Relationship Type="http://schemas.openxmlformats.org/officeDocument/2006/relationships/tableStyles" Target="/ppt/tableStyles.xml" Id="R481a303515e942b2" /><Relationship Type="http://schemas.openxmlformats.org/officeDocument/2006/relationships/slide" Target="/ppt/slides/slide1.xml" Id="R81379c62f2a04759" /><Relationship Type="http://schemas.openxmlformats.org/officeDocument/2006/relationships/slide" Target="/ppt/slides/slide2.xml" Id="R2d528bef7dc94e4c" /><Relationship Type="http://schemas.openxmlformats.org/officeDocument/2006/relationships/slide" Target="/ppt/slides/slide3.xml" Id="Rd622b35e759543e7" /><Relationship Type="http://schemas.openxmlformats.org/officeDocument/2006/relationships/slide" Target="/ppt/slides/slide4.xml" Id="R08fee6ee51944ac4" /><Relationship Type="http://schemas.openxmlformats.org/officeDocument/2006/relationships/slide" Target="/ppt/slides/slide5.xml" Id="R696ba2baae9b497d" /><Relationship Type="http://schemas.openxmlformats.org/officeDocument/2006/relationships/slide" Target="/ppt/slides/slide6.xml" Id="Ra9f4c58644424853" /><Relationship Type="http://schemas.openxmlformats.org/officeDocument/2006/relationships/slide" Target="/ppt/slides/slide7.xml" Id="Rbc419923b1a14bff" /><Relationship Type="http://schemas.openxmlformats.org/officeDocument/2006/relationships/slide" Target="/ppt/slides/slide8.xml" Id="R4c2072d9de1c477f" /><Relationship Type="http://schemas.openxmlformats.org/officeDocument/2006/relationships/slide" Target="/ppt/slides/slide9.xml" Id="R8d1882493c41453c" /><Relationship Type="http://schemas.openxmlformats.org/officeDocument/2006/relationships/slide" Target="/ppt/slides/slide10.xml" Id="Rc7f9b9c1a8df4307" /><Relationship Type="http://schemas.openxmlformats.org/officeDocument/2006/relationships/slide" Target="/ppt/slides/slide11.xml" Id="R6af01f7490644875" /><Relationship Type="http://schemas.openxmlformats.org/officeDocument/2006/relationships/slide" Target="/ppt/slides/slide12.xml" Id="R835152ad49bd4fd1" /><Relationship Type="http://schemas.openxmlformats.org/officeDocument/2006/relationships/slide" Target="/ppt/slides/slide13.xml" Id="Rc768b2cde63547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48442f0588644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8a2e422fa344743" /><Relationship Type="http://schemas.openxmlformats.org/officeDocument/2006/relationships/notesMaster" Target="/ppt/notesMasters/notesMaster1.xml" Id="R75c2e290ac3640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4b55e0f6c342d6" /><Relationship Type="http://schemas.openxmlformats.org/officeDocument/2006/relationships/notesMaster" Target="/ppt/notesMasters/notesMaster1.xml" Id="R20e8463813e140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22cca9c86c4307" /><Relationship Type="http://schemas.openxmlformats.org/officeDocument/2006/relationships/notesMaster" Target="/ppt/notesMasters/notesMaster1.xml" Id="R030cac4bae4349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d14a57dca64b60" /><Relationship Type="http://schemas.openxmlformats.org/officeDocument/2006/relationships/notesMaster" Target="/ppt/notesMasters/notesMaster1.xml" Id="Re854dc4f832840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fe36aed5b449d3" /><Relationship Type="http://schemas.openxmlformats.org/officeDocument/2006/relationships/notesMaster" Target="/ppt/notesMasters/notesMaster1.xml" Id="R939f2c75fd4e46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6f1e4967a340ee" /><Relationship Type="http://schemas.openxmlformats.org/officeDocument/2006/relationships/notesMaster" Target="/ppt/notesMasters/notesMaster1.xml" Id="R90502073501b4b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20b050f877472e" /><Relationship Type="http://schemas.openxmlformats.org/officeDocument/2006/relationships/notesMaster" Target="/ppt/notesMasters/notesMaster1.xml" Id="R0d70959930ac40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14779c81724e07" /><Relationship Type="http://schemas.openxmlformats.org/officeDocument/2006/relationships/notesMaster" Target="/ppt/notesMasters/notesMaster1.xml" Id="R8608bd22585443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50a7122cffb4d81" /><Relationship Type="http://schemas.openxmlformats.org/officeDocument/2006/relationships/notesMaster" Target="/ppt/notesMasters/notesMaster1.xml" Id="R180b43d4d5dd45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cf374cf5424657" /><Relationship Type="http://schemas.openxmlformats.org/officeDocument/2006/relationships/notesMaster" Target="/ppt/notesMasters/notesMaster1.xml" Id="Rb75964677cae42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ce5194891740a3" /><Relationship Type="http://schemas.openxmlformats.org/officeDocument/2006/relationships/notesMaster" Target="/ppt/notesMasters/notesMaster1.xml" Id="R520eba18d49d48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1656a992744634" /><Relationship Type="http://schemas.openxmlformats.org/officeDocument/2006/relationships/notesMaster" Target="/ppt/notesMasters/notesMaster1.xml" Id="R26f0ba3e722a4f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b9359ea2d0433e" /><Relationship Type="http://schemas.openxmlformats.org/officeDocument/2006/relationships/notesMaster" Target="/ppt/notesMasters/notesMaster1.xml" Id="R5f1fa37ccdb34f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visión, alcance, gobierno, fechas y roles.</a:t>
            </a:r>
          </a:p>
          <a:p xmlns:a="http://schemas.openxmlformats.org/drawingml/2006/main">
            <a:r>
              <a:t>- Informe_ERS_Alunza.docx — requisitos, arquitectura, riesgos, costos e hitos.</a:t>
            </a:r>
          </a:p>
          <a:p xmlns:a="http://schemas.openxmlformats.org/drawingml/2006/main">
            <a:r>
              <a:t>- Documento_Casos_de_Uso_Extendidos_Alunza.docx — actores y flujos funcionales.</a:t>
            </a:r>
          </a:p>
          <a:p xmlns:a="http://schemas.openxmlformats.org/drawingml/2006/main">
            <a:r>
              <a:t>- Plantilla_Historias_Usuario_Alunza.xlsx — historias y criterios de aceptación.</a:t>
            </a:r>
          </a:p>
          <a:p xmlns:a="http://schemas.openxmlformats.org/drawingml/2006/main">
            <a:r>
              <a:t>- Product_Backlog_Alunza.xlsx — priorización e iteraciones S2–S6.</a:t>
            </a:r>
          </a:p>
          <a:p xmlns:a="http://schemas.openxmlformats.org/drawingml/2006/main">
            <a:r>
              <a:t>- Sprint_Backlog_Alunza_Sprint_2.xlsx — incremento de semanas 5–6.</a:t>
            </a:r>
          </a:p>
          <a:p xmlns:a="http://schemas.openxmlformats.org/drawingml/2006/main">
            <a:r>
              <a:t>- Roadmap_Agil_Alunza_2026.pptx — planificación Scrum S0–S8.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340f450b04d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a0ab93376445f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ad6e76a0041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fd9f31fda744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def1b6d5464b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77c4257494f9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5484293d04f7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bac6d93f7f4b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eba4150bc45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434cc19b843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6be88f376549f6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4D6A78-C962-4043-8A51-AB0BEDCA991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0125787-3607-437F-A845-EC48158CC5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087AF88-E675-4F61-BA8E-45D73AB299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4BCC07B-AF8F-4BBE-B6A5-8B7FE7BC60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C1988E5-8FFB-4137-A8B4-7356A4BC9C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82116C-F837-469C-BB2C-244E151CE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F9A1C38-F94D-45EC-8586-6CC66CA8238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8527C6-A338-4E59-9FAF-6057F92CFA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405C9B-A114-48C7-905F-0EAACB5A56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3B976B4-F804-4658-A5E4-573DA976F1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07B86C-35FD-4725-964E-9596606F88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229F1A-943E-428E-B39A-D3E8772AF7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6734D22-C169-417F-84CF-A0939D86EC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A5A2FF4-1835-4D42-A47F-215609B725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518193-29B7-44EB-B17D-D5632A6978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033E55-C3CA-4B0E-8727-9705500C59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159B4E-3F05-46E3-9388-2008422AD9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CF92AD-2E6F-430E-8F54-8C567764613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BA771E8-0616-41AC-81B4-8CD65DBA1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8DA9D0C-F902-4C5B-8D6B-FB308E91D1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FA6930C-E348-4F29-9E84-AF5138AEEC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7A14AF-F1C0-4784-A3FB-946118498F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9E73ABC-C368-44C6-A487-AF19CE8013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D127CEE-35CB-40DE-BAF7-D522430B1F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AD43BFC-668D-42B9-BD05-2FF209ACE92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80B5252-C670-454E-9507-15200CC0345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6F403F1-E7B9-496E-BAFD-232CB8EA13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D78FA793-05DC-4C8C-B54F-6A977DAA9E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ECF48459-F3B4-4E1A-93A3-3906740FBC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D11CDD-78F1-4952-857A-64AE35ACE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E8FC90D-201C-46FB-B907-A680578CD49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3AEBBD29-7392-4FAA-92A7-BF2F070D6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9407A39-84B2-4A1B-9674-E25A03AF02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5F17B83-B8CF-46EF-8621-68E7FFCA03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53A3906-B786-4199-B89D-E6CB44AE72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8FE0AE0-3899-4462-A6AB-DC3DD857771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4D31E2-3990-4316-A80F-3093F52ABA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E1AED1-855B-4ACB-83A8-FA0B687249C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E7C3E52-022E-44A5-9545-D0E008C58D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2127A8D-74DB-4BD6-ABF9-5352B0747B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B29EBAB-37BA-44F8-BC4E-A52240B10F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CA809A4-29CF-425E-A158-2F4FFC6F6C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822B332-ACFD-43ED-9CF6-F75C48D03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5F9CF0C-CD45-4652-8C96-9CB5086561E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F52E61F-0122-42E6-B58D-29BA1EA10BE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27B735-21B7-4A17-9615-56F894DF02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A29E042-8706-426A-91D2-69A91F16DD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3DF728-EDC8-438D-9491-78F5C6A53BE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86F221-6705-4ABA-980B-6CFA0B4492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45B60D7-F339-4867-AF45-63C02F6532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8357BFE-9839-40EE-9137-E7C9EB3DBB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B9249B-6CDB-4EDD-BFC5-425A86E51D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BCEF20-DC3E-410A-884E-AA566C59AF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A826793-D825-4A94-8540-D3D4B0D4ED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5A3EF1-33F9-491B-AB17-E2A9D25C96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D77223-EA13-4AA7-A55C-7DF41C81A0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C6D7672-5F37-4478-9018-3FDF86953B4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DD8246-843C-422F-991F-1D4D2F6D4A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0071c7fc5477d" /><Relationship Type="http://schemas.openxmlformats.org/officeDocument/2006/relationships/slideLayout" Target="/ppt/slideLayouts/slideLayout1.xml" Id="R094e68f649634dde" /><Relationship Type="http://schemas.openxmlformats.org/officeDocument/2006/relationships/slideLayout" Target="/ppt/slideLayouts/slideLayout2.xml" Id="R22d7ba9e8fb44dda" /><Relationship Type="http://schemas.openxmlformats.org/officeDocument/2006/relationships/slideLayout" Target="/ppt/slideLayouts/slideLayout3.xml" Id="Rc3131977fae648f9" /><Relationship Type="http://schemas.openxmlformats.org/officeDocument/2006/relationships/slideLayout" Target="/ppt/slideLayouts/slideLayout4.xml" Id="R514f53b5d7634620" /><Relationship Type="http://schemas.openxmlformats.org/officeDocument/2006/relationships/slideLayout" Target="/ppt/slideLayouts/slideLayout5.xml" Id="R221df025a7d84244" /><Relationship Type="http://schemas.openxmlformats.org/officeDocument/2006/relationships/slideLayout" Target="/ppt/slideLayouts/slideLayout6.xml" Id="Ra7235b4d81a54d66" /><Relationship Type="http://schemas.openxmlformats.org/officeDocument/2006/relationships/slideLayout" Target="/ppt/slideLayouts/slideLayout7.xml" Id="R57a986a49dc84e6e" /><Relationship Type="http://schemas.openxmlformats.org/officeDocument/2006/relationships/slideLayout" Target="/ppt/slideLayouts/slideLayout8.xml" Id="R187b2421269748de" /><Relationship Type="http://schemas.openxmlformats.org/officeDocument/2006/relationships/slideLayout" Target="/ppt/slideLayouts/slideLayout9.xml" Id="Rf44975ad983840df" /><Relationship Type="http://schemas.openxmlformats.org/officeDocument/2006/relationships/slideLayout" Target="/ppt/slideLayouts/slideLayout10.xml" Id="R53260813371542bc" /><Relationship Type="http://schemas.openxmlformats.org/officeDocument/2006/relationships/slideLayout" Target="/ppt/slideLayouts/slideLayout11.xml" Id="R9c5a24017e394a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0D753B2-E426-4A5B-8BE7-E92C3080EF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FEDB2A-18B1-4FBF-8974-84A1F5A0F7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C1700B-8395-4D16-91C4-ECA4CB42CBB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8ABAA36-8F0B-4B37-936F-1C89C84E0F8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249F28A-569A-4A9F-9AE6-E0496403C8E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4e68f649634dde"/>
    <p:sldLayoutId xmlns:r="http://schemas.openxmlformats.org/officeDocument/2006/relationships" id="2147483650" r:id="R22d7ba9e8fb44dda"/>
    <p:sldLayoutId xmlns:r="http://schemas.openxmlformats.org/officeDocument/2006/relationships" id="2147483651" r:id="Rc3131977fae648f9"/>
    <p:sldLayoutId xmlns:r="http://schemas.openxmlformats.org/officeDocument/2006/relationships" id="2147483652" r:id="R514f53b5d7634620"/>
    <p:sldLayoutId xmlns:r="http://schemas.openxmlformats.org/officeDocument/2006/relationships" id="2147483653" r:id="R221df025a7d84244"/>
    <p:sldLayoutId xmlns:r="http://schemas.openxmlformats.org/officeDocument/2006/relationships" id="2147483654" r:id="Ra7235b4d81a54d66"/>
    <p:sldLayoutId xmlns:r="http://schemas.openxmlformats.org/officeDocument/2006/relationships" id="2147483655" r:id="R57a986a49dc84e6e"/>
    <p:sldLayoutId xmlns:r="http://schemas.openxmlformats.org/officeDocument/2006/relationships" id="2147483656" r:id="R187b2421269748de"/>
    <p:sldLayoutId xmlns:r="http://schemas.openxmlformats.org/officeDocument/2006/relationships" id="2147483657" r:id="Rf44975ad983840df"/>
    <p:sldLayoutId xmlns:r="http://schemas.openxmlformats.org/officeDocument/2006/relationships" id="2147483658" r:id="R53260813371542bc"/>
    <p:sldLayoutId xmlns:r="http://schemas.openxmlformats.org/officeDocument/2006/relationships" id="2147483659" r:id="R9c5a24017e394a1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0a082b832cb4535" /><Relationship Type="http://schemas.openxmlformats.org/officeDocument/2006/relationships/image" Target="/ppt/media/image.png" Id="R28c9f5df8317450f" /><Relationship Type="http://schemas.openxmlformats.org/officeDocument/2006/relationships/notesSlide" Target="/ppt/notesSlides/notesSlide1.xml" Id="Rca1a53f67fe242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a7fa3a698b452f" /><Relationship Type="http://schemas.openxmlformats.org/officeDocument/2006/relationships/image" Target="/ppt/media/image2.png" Id="R827d5ef777cd46cf" /><Relationship Type="http://schemas.openxmlformats.org/officeDocument/2006/relationships/notesSlide" Target="/ppt/notesSlides/notesSlide2.xml" Id="R6ea63f4bcae447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364bd35de54a4b" /><Relationship Type="http://schemas.openxmlformats.org/officeDocument/2006/relationships/image" Target="/ppt/media/image3.png" Id="Rebdfab52ad824ae4" /><Relationship Type="http://schemas.openxmlformats.org/officeDocument/2006/relationships/notesSlide" Target="/ppt/notesSlides/notesSlide3.xml" Id="Rd5805b1b39584f8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2818d19a8b445c" /><Relationship Type="http://schemas.openxmlformats.org/officeDocument/2006/relationships/image" Target="/ppt/media/image4.png" Id="Rdff0e21cd6714fa0" /><Relationship Type="http://schemas.openxmlformats.org/officeDocument/2006/relationships/notesSlide" Target="/ppt/notesSlides/notesSlide4.xml" Id="R281ac5409825468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41595b8c8cb4e06" /><Relationship Type="http://schemas.openxmlformats.org/officeDocument/2006/relationships/image" Target="/ppt/media/image5.png" Id="R0fb1b222ded4462c" /><Relationship Type="http://schemas.openxmlformats.org/officeDocument/2006/relationships/notesSlide" Target="/ppt/notesSlides/notesSlide5.xml" Id="R8bc8a32eacfd40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b614b9a00434c86" /><Relationship Type="http://schemas.openxmlformats.org/officeDocument/2006/relationships/image" Target="/ppt/media/image6.png" Id="R8a84bb91a7ef44ff" /><Relationship Type="http://schemas.openxmlformats.org/officeDocument/2006/relationships/notesSlide" Target="/ppt/notesSlides/notesSlide6.xml" Id="Ra0ef959cfd8340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1a8f94f062454d" /><Relationship Type="http://schemas.openxmlformats.org/officeDocument/2006/relationships/image" Target="/ppt/media/image7.png" Id="Rc9db917ea6f34369" /><Relationship Type="http://schemas.openxmlformats.org/officeDocument/2006/relationships/notesSlide" Target="/ppt/notesSlides/notesSlide7.xml" Id="R5ccd56157e864b6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99f659a5d44c9a" /><Relationship Type="http://schemas.openxmlformats.org/officeDocument/2006/relationships/image" Target="/ppt/media/image8.png" Id="R526c195ce1164875" /><Relationship Type="http://schemas.openxmlformats.org/officeDocument/2006/relationships/notesSlide" Target="/ppt/notesSlides/notesSlide8.xml" Id="R76af3085a42c4f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20136391fe416d" /><Relationship Type="http://schemas.openxmlformats.org/officeDocument/2006/relationships/image" Target="/ppt/media/image9.png" Id="R2407556ce68a491b" /><Relationship Type="http://schemas.openxmlformats.org/officeDocument/2006/relationships/notesSlide" Target="/ppt/notesSlides/notesSlide9.xml" Id="R10577ae0979140a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7fbe604531e435f" /><Relationship Type="http://schemas.openxmlformats.org/officeDocument/2006/relationships/image" Target="/ppt/media/image10.png" Id="Rd966526ac1914f78" /><Relationship Type="http://schemas.openxmlformats.org/officeDocument/2006/relationships/notesSlide" Target="/ppt/notesSlides/notesSlide10.xml" Id="R006f6ebb95344b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c8714f9d6f94b45" /><Relationship Type="http://schemas.openxmlformats.org/officeDocument/2006/relationships/image" Target="/ppt/media/image11.png" Id="R72cca3ce5daf439d" /><Relationship Type="http://schemas.openxmlformats.org/officeDocument/2006/relationships/notesSlide" Target="/ppt/notesSlides/notesSlide11.xml" Id="Ra63495820de94c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df6db12e144bb0" /><Relationship Type="http://schemas.openxmlformats.org/officeDocument/2006/relationships/image" Target="/ppt/media/image12.png" Id="Rc204b5b124d94ee0" /><Relationship Type="http://schemas.openxmlformats.org/officeDocument/2006/relationships/notesSlide" Target="/ppt/notesSlides/notesSlide12.xml" Id="R1c3983b4364d43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9f83b7dde343e3" /><Relationship Type="http://schemas.openxmlformats.org/officeDocument/2006/relationships/image" Target="/ppt/media/image13.png" Id="R00fa35f1990745ce" /><Relationship Type="http://schemas.openxmlformats.org/officeDocument/2006/relationships/notesSlide" Target="/ppt/notesSlides/notesSlide13.xml" Id="Rd81c023661ee409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9f5df831745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3341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7d5ef777cd46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3817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fab52ad824a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283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f0e21cd6714f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61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1b222ded446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391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4bb91a7ef44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102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b917ea6f343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83598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6c195ce116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232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7556ce68a49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9147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6526ac1914f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4634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ca3ce5daf43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06261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4b5b124d94e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7980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a35f1990745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999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522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2026-09-03T02:48:29.6680000Z</dcterms:created>
  <dcterms:modified xsi:type="dcterms:W3CDTF">2026-09-03T02:48:29.6680000Z</dcterms:modified>
</coreProperties>
</file>